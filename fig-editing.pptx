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07"/>
  </p:normalViewPr>
  <p:slideViewPr>
    <p:cSldViewPr snapToGrid="0">
      <p:cViewPr varScale="1">
        <p:scale>
          <a:sx n="104" d="100"/>
          <a:sy n="104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3425-C747-19DB-A21D-6DAA4CFF5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C9D61-9348-1846-CBD1-3DA1551B4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2EC7E-974C-46F1-0098-B9A76256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C5BA2-9A80-0797-8C3D-AB547485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D15F-2930-4D07-8A37-A70D9A17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0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C723-6F01-02E9-A88F-5A6CFA1F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0AEC-93AC-3A0B-BC20-06090306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CE52D-8B1E-FBAB-C0E2-A90C0C1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4D40-53DB-6F40-18D0-59B6FD56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AD49-ADA1-F8F7-5093-A0C54FC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6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3517-FCD7-789B-F2EA-28C98467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5AE38-5CFA-B763-66B2-3184056FA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3B5A7-398C-0585-7E18-1606AC0D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E4F66-87F0-B81C-BEDB-1C2803CD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7B92-AEDF-4FA7-65D9-E5090B82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2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9389-05F3-4F8E-5E22-FB75CCA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69DC-E097-CD1F-87E0-F11E82035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116B5-632A-BBDB-2874-A66EADC9D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4C02A-BA9E-2342-683B-91E3148E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DE411-5BBC-864D-8732-619209CC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A2D0A-37A3-1EAB-F957-5368DE74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6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3324-19D9-5A81-9598-B06865FC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AAAC6-D537-DDAD-7F10-36175ECA5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91779-431C-46A1-B208-05CE52F5C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ADF72-065A-E9EB-3865-9B83CC369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2AE08-2B20-391B-1A26-004D86B7A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B747B-0F71-A696-03C5-6662D60A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88FFB-D27C-7D6C-1F95-186F2B1C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C87E2-A877-B2C1-5A19-488E0E8C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9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120E-5770-EF24-4C32-7482BCA9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4A691-1F8C-7306-D502-B8C8D1C1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5566D-D965-BA57-8347-79673841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5D785-AD1D-4CCA-4F40-E79F1560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9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C1427-CDCC-FC2C-C205-952C3FCA4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4041A-C9C3-6C74-6F60-DB0EE6D6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06933-EAE9-9A72-9685-158D36A4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2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B1BA-74A4-D884-EE97-6C83246E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DED7-7FF2-C1CA-BD72-F7595FA73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9307E-1929-FC3F-03CB-EF300FCD7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EC8BA-FE1A-394B-E73C-AA6E8EAC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8EEF0-1EE5-F8F0-EE9A-5615DFBB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E3790-314F-1C79-6493-676B20A7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8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35A3-4EEE-6D16-0E99-AA5F752D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FE699-9FFA-A9A4-F92E-9976A1085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88486-3713-6967-B91D-B53E9FC7D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6283-015A-5908-6C2A-A3CADA53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8F34A-38E6-B88C-39AC-2720B15A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FA5E6-DE48-A5C4-605A-DF2699AD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3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BBB3-54DE-76D4-65F1-2AB3487B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17B8F-6B69-407C-E4BA-0A5366A06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E00CF-1A5B-EBD9-178F-22151782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34A58-BA33-0D2D-73FF-1E8038FA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EDF8-6B28-CA11-8827-31696D67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8B662-A958-7E03-5769-78B4D2137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84D90-4F65-2B7D-0FA0-DC692FF0F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09ABF-C6D4-B8A2-0486-D43F70012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0BC5C-7C1B-8DA2-3271-55CAC36F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4E3E-926B-E647-0150-64FABF3D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2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FBAAD-9F4B-DDE6-E2BF-2067246E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58E1-3E62-44BA-42AD-659C47499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40A46-1EC7-4994-A10B-83900F421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0AC39-C05B-B543-A2FC-74F1CF3FB7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49236-0EA3-8323-3950-76A6C6A30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73D6-F3A5-30EF-DE5E-972612E44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B5B3E-26F4-4548-81A3-A7F0C0EF7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4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53A9B-D738-5EE7-6DB6-0DAD87EF1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67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3E4AE4-0B7A-FD2F-06AF-F2229F027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67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69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Kirstyn Brunker</dc:creator>
  <cp:lastModifiedBy>Kirstyn Brunker</cp:lastModifiedBy>
  <cp:revision>1</cp:revision>
  <dcterms:created xsi:type="dcterms:W3CDTF">2026-07-10T08:30:42Z</dcterms:created>
  <dcterms:modified xsi:type="dcterms:W3CDTF">2026-07-23T09:52:38Z</dcterms:modified>
</cp:coreProperties>
</file>